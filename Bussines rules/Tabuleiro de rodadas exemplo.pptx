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erley, Gabriel Junior Izidro" userId="15613f45-fb29-462b-9fb0-9401f71703fb" providerId="ADAL" clId="{6A96321F-BC96-4B93-B695-ACD1B43E0420}"/>
    <pc:docChg chg="custSel modSld">
      <pc:chgData name="Wanderley, Gabriel Junior Izidro" userId="15613f45-fb29-462b-9fb0-9401f71703fb" providerId="ADAL" clId="{6A96321F-BC96-4B93-B695-ACD1B43E0420}" dt="2026-03-04T14:09:58.356" v="1" actId="478"/>
      <pc:docMkLst>
        <pc:docMk/>
      </pc:docMkLst>
      <pc:sldChg chg="delSp mod">
        <pc:chgData name="Wanderley, Gabriel Junior Izidro" userId="15613f45-fb29-462b-9fb0-9401f71703fb" providerId="ADAL" clId="{6A96321F-BC96-4B93-B695-ACD1B43E0420}" dt="2026-03-04T14:09:58.356" v="1" actId="478"/>
        <pc:sldMkLst>
          <pc:docMk/>
          <pc:sldMk cId="3367973372" sldId="256"/>
        </pc:sldMkLst>
        <pc:spChg chg="del">
          <ac:chgData name="Wanderley, Gabriel Junior Izidro" userId="15613f45-fb29-462b-9fb0-9401f71703fb" providerId="ADAL" clId="{6A96321F-BC96-4B93-B695-ACD1B43E0420}" dt="2026-03-04T14:09:58.356" v="1" actId="478"/>
          <ac:spMkLst>
            <pc:docMk/>
            <pc:sldMk cId="3367973372" sldId="256"/>
            <ac:spMk id="6" creationId="{A5B89CBD-7C89-97F2-C1DF-F3174D188AC6}"/>
          </ac:spMkLst>
        </pc:spChg>
        <pc:picChg chg="del">
          <ac:chgData name="Wanderley, Gabriel Junior Izidro" userId="15613f45-fb29-462b-9fb0-9401f71703fb" providerId="ADAL" clId="{6A96321F-BC96-4B93-B695-ACD1B43E0420}" dt="2026-03-04T14:09:55.292" v="0" actId="478"/>
          <ac:picMkLst>
            <pc:docMk/>
            <pc:sldMk cId="3367973372" sldId="256"/>
            <ac:picMk id="4" creationId="{8A8189B1-0F8E-0D12-BDF2-3ECCE02288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ADD6A-96DF-4E2C-8D6D-DAC89A204D7A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10322-C32D-4420-9986-AF0848FD5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77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10322-C32D-4420-9986-AF0848FD561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48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C9741-674C-2D22-903A-C323A7D85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D16253-B8E3-9D87-30C1-A35F05C89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32DA5E-14D9-C12C-AD08-91F3D590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70912-323A-B1EA-D5C2-5362F1E2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B00499-1058-7D94-C155-FA076835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42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8F504-B523-FC0F-6D89-AE07CF18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A84354-0BD3-69FF-56D3-70CED4753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BB999-5FE7-1CFD-1312-023CF293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69ADCB-8162-1213-03F7-6CCA2B9D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07DE26-C089-67CE-685C-30F2E902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58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5466A-2AD6-6E2D-46F3-EEA0AF8E7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84BB2D-0A9B-24DD-C087-3B55321E4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4D78C-E0DB-D36A-1CB9-5578E4C57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277799-B7F0-7D5A-5F8A-CAE5CC79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8A69BF-FDDB-F44B-706E-D7EBFF9E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76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DAF94-904B-C6A1-DE54-57D50232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7995A-A332-A668-2755-B26959330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89E133-F387-C072-37AA-1FFF631E2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12EA9C-7D35-6BE5-1C06-683B0E35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4C8A70-9400-A3A1-A609-AD1FA69D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8A6C3C-2BE5-005D-3EF4-A565DADE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4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95C5C-0354-BF63-134C-F4D47E24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436FB-F023-CF93-46A4-0AB4FEA04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083971-C251-ED52-0F70-0BE46AC20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464617-7E71-5128-41E2-7241CA07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0D9558-09CF-EAC4-61D1-4289BF62D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A1C8DA-E699-A11B-534F-193515F5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A52276-3BB5-4AE0-763A-4AC55257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DFE0CF-66C3-1778-A211-9BF7DFE2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35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41838-96D0-EBCC-780D-5A483E8C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45BFEE-F18D-39CE-DABA-DE762480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A6DA5A-3DF6-21D7-AC39-9D229BB3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AC6268-7A77-72CA-6885-6A2FB2B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11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2877CD-C904-1052-E091-9206FF2F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83535E-BC8E-5CFD-4CE7-ED647E1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2609FC-2744-BCA9-8C2C-5B05A6B4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31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6ED56-7CEF-68AD-BFC2-8EE3D615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F28671-162B-84BD-B32D-9D8A126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B82EB8-0CA0-D07C-9135-C022BFF7A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1FFA03-DAB8-E33C-18B8-E6EA328F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1D4E8-3216-9C40-5D2E-458AFC39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0D14A7-99EB-6196-59EB-13A774A7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39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DA441-6F90-64FF-1720-42C316B9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23C2C4-E511-FBAD-6F90-A59E1FB22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10D9D2-15C6-7DA2-7366-349F5319E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C8014A-9BF4-5E7B-4560-FC5B0369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750D5A-533E-60F5-F572-636C7E46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DE4428-B74D-E019-55EB-EFD86CA5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87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77C65-2790-775D-E092-E1F91415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AC6DB4-C7C0-5BE1-0880-3A738BF93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FB30B-4373-02F5-9F67-4044704D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70AC72-E9C8-4ACC-CA0A-94940CFA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00E3A-FDDD-18EA-7C58-2AF95E33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4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B32189-66CC-60E6-8699-B81AAAA20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143518-85FD-9488-C4EE-B815A1F05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4034C-DBE5-99AE-4ADB-3AFE9062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F7E82-3B0A-5CED-ABE6-6F3B60B9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F95012-7760-FE19-5764-77A7EF92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1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27688D3-D62D-AE67-C33B-3DEB7DEF4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31B9B2-FED7-1FF6-2C21-611187B9F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E88DA1-F787-8D6E-2EBC-2A1E25937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8C1CC-FEF5-406E-829F-F8044AD915E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AF1BD2-0AF1-1BEB-DE17-220E90DA4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473CB-52CB-8E00-A824-9F72B1CCC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07166-D31E-4CFB-BFE3-0773E959F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40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2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13">
            <a:extLst>
              <a:ext uri="{FF2B5EF4-FFF2-40B4-BE49-F238E27FC236}">
                <a16:creationId xmlns:a16="http://schemas.microsoft.com/office/drawing/2014/main" id="{49F2292F-F08B-97CB-CAC2-D06BA9617951}"/>
              </a:ext>
            </a:extLst>
          </p:cNvPr>
          <p:cNvSpPr/>
          <p:nvPr/>
        </p:nvSpPr>
        <p:spPr>
          <a:xfrm>
            <a:off x="238407" y="93765"/>
            <a:ext cx="1765486" cy="232761"/>
          </a:xfrm>
          <a:prstGeom prst="roundRect">
            <a:avLst/>
          </a:prstGeom>
          <a:solidFill>
            <a:srgbClr val="B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6C775E8-1D3B-091B-1C5E-6CF05B9D8283}"/>
              </a:ext>
            </a:extLst>
          </p:cNvPr>
          <p:cNvSpPr/>
          <p:nvPr/>
        </p:nvSpPr>
        <p:spPr>
          <a:xfrm>
            <a:off x="335280" y="629920"/>
            <a:ext cx="3570742" cy="20810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6" name="Imagen 64">
            <a:extLst>
              <a:ext uri="{FF2B5EF4-FFF2-40B4-BE49-F238E27FC236}">
                <a16:creationId xmlns:a16="http://schemas.microsoft.com/office/drawing/2014/main" id="{05EBDA1F-40F1-DE1B-D731-49A1195EC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402949"/>
            <a:ext cx="703865" cy="70386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15B866EE-9D40-0E53-0841-7C0E8AB25837}"/>
              </a:ext>
            </a:extLst>
          </p:cNvPr>
          <p:cNvSpPr txBox="1"/>
          <p:nvPr/>
        </p:nvSpPr>
        <p:spPr>
          <a:xfrm>
            <a:off x="1374692" y="612468"/>
            <a:ext cx="1226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1ª Configuração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610A7A5-C2EB-41FA-E33F-AF445FA52CB1}"/>
              </a:ext>
            </a:extLst>
          </p:cNvPr>
          <p:cNvSpPr/>
          <p:nvPr/>
        </p:nvSpPr>
        <p:spPr>
          <a:xfrm>
            <a:off x="316686" y="2854960"/>
            <a:ext cx="3570742" cy="20810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0715607-7184-D119-EC6C-CFBF90F71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16" y="3185750"/>
            <a:ext cx="3435648" cy="1622944"/>
          </a:xfrm>
          <a:prstGeom prst="rect">
            <a:avLst/>
          </a:prstGeom>
        </p:spPr>
      </p:pic>
      <p:pic>
        <p:nvPicPr>
          <p:cNvPr id="21" name="Imagen 92">
            <a:extLst>
              <a:ext uri="{FF2B5EF4-FFF2-40B4-BE49-F238E27FC236}">
                <a16:creationId xmlns:a16="http://schemas.microsoft.com/office/drawing/2014/main" id="{3496C5CC-26AB-E7AF-0281-2EB04B491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" y="2663128"/>
            <a:ext cx="589252" cy="589252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68F5E07-0EB6-8BBF-5510-59E8C679E158}"/>
              </a:ext>
            </a:extLst>
          </p:cNvPr>
          <p:cNvSpPr/>
          <p:nvPr/>
        </p:nvSpPr>
        <p:spPr>
          <a:xfrm>
            <a:off x="297876" y="5160697"/>
            <a:ext cx="3570742" cy="13527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74180C9-0BE3-30CE-CCC7-A4FCFA008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60" y="5405120"/>
            <a:ext cx="2588475" cy="103539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0F0DADC-3342-F4AE-FCA1-D2F9D924B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22072"/>
          <a:stretch/>
        </p:blipFill>
        <p:spPr>
          <a:xfrm>
            <a:off x="227042" y="5061474"/>
            <a:ext cx="663459" cy="51702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32F921EE-2A33-99C2-9439-73CA27FAE6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505" y="988897"/>
            <a:ext cx="3052711" cy="1617938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FD75D0E-C7C9-4164-8AC0-1284E6591C3B}"/>
              </a:ext>
            </a:extLst>
          </p:cNvPr>
          <p:cNvSpPr/>
          <p:nvPr/>
        </p:nvSpPr>
        <p:spPr>
          <a:xfrm>
            <a:off x="8227606" y="611845"/>
            <a:ext cx="3571200" cy="2080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4" name="Imagen 20">
            <a:extLst>
              <a:ext uri="{FF2B5EF4-FFF2-40B4-BE49-F238E27FC236}">
                <a16:creationId xmlns:a16="http://schemas.microsoft.com/office/drawing/2014/main" id="{21D7C097-6F72-157F-1B9E-1B3E8EA178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1081" y="383708"/>
            <a:ext cx="591069" cy="591069"/>
          </a:xfrm>
          <a:prstGeom prst="rect">
            <a:avLst/>
          </a:prstGeom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133B530-D8C3-9F5F-A9B6-087873226BA3}"/>
              </a:ext>
            </a:extLst>
          </p:cNvPr>
          <p:cNvSpPr/>
          <p:nvPr/>
        </p:nvSpPr>
        <p:spPr>
          <a:xfrm>
            <a:off x="8227606" y="2838162"/>
            <a:ext cx="3579178" cy="19705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87973B3-7213-62BA-7571-BB399A8B56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199" y="737924"/>
            <a:ext cx="3032295" cy="1900690"/>
          </a:xfrm>
          <a:prstGeom prst="rect">
            <a:avLst/>
          </a:prstGeom>
        </p:spPr>
      </p:pic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AFA57BC-A678-EEA5-FB84-6AD543279F0C}"/>
              </a:ext>
            </a:extLst>
          </p:cNvPr>
          <p:cNvSpPr/>
          <p:nvPr/>
        </p:nvSpPr>
        <p:spPr>
          <a:xfrm>
            <a:off x="4272367" y="656850"/>
            <a:ext cx="3571200" cy="2080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80AEA3D-BC42-8112-6BA0-47A3FCBE992F}"/>
              </a:ext>
            </a:extLst>
          </p:cNvPr>
          <p:cNvSpPr txBox="1"/>
          <p:nvPr/>
        </p:nvSpPr>
        <p:spPr>
          <a:xfrm>
            <a:off x="5311779" y="639398"/>
            <a:ext cx="1252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2ª Configuração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C391DF29-5561-6B10-E685-EF51CB0F8A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9626" y="902692"/>
            <a:ext cx="3166631" cy="1696783"/>
          </a:xfrm>
          <a:prstGeom prst="rect">
            <a:avLst/>
          </a:prstGeom>
        </p:spPr>
      </p:pic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97A423E-6DCD-D8D6-F472-207267A517AC}"/>
              </a:ext>
            </a:extLst>
          </p:cNvPr>
          <p:cNvSpPr/>
          <p:nvPr/>
        </p:nvSpPr>
        <p:spPr>
          <a:xfrm>
            <a:off x="4284907" y="2908333"/>
            <a:ext cx="3571200" cy="2080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D3FFF00A-C753-6430-1EA5-F8AE71C75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3438" y="3239123"/>
            <a:ext cx="3325546" cy="1570934"/>
          </a:xfrm>
          <a:prstGeom prst="rect">
            <a:avLst/>
          </a:prstGeom>
        </p:spPr>
      </p:pic>
      <p:pic>
        <p:nvPicPr>
          <p:cNvPr id="47" name="Imagen 92">
            <a:extLst>
              <a:ext uri="{FF2B5EF4-FFF2-40B4-BE49-F238E27FC236}">
                <a16:creationId xmlns:a16="http://schemas.microsoft.com/office/drawing/2014/main" id="{B73F4CCE-B127-DE7D-DC02-5F8F7475A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501" y="2716501"/>
            <a:ext cx="589252" cy="589252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130994BF-DDF6-A26C-98F0-5A0272091395}"/>
              </a:ext>
            </a:extLst>
          </p:cNvPr>
          <p:cNvSpPr txBox="1"/>
          <p:nvPr/>
        </p:nvSpPr>
        <p:spPr>
          <a:xfrm>
            <a:off x="1481643" y="2889316"/>
            <a:ext cx="1226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1ª Configuração</a:t>
            </a:r>
          </a:p>
        </p:txBody>
      </p:sp>
      <p:pic>
        <p:nvPicPr>
          <p:cNvPr id="50" name="Imagen 64">
            <a:extLst>
              <a:ext uri="{FF2B5EF4-FFF2-40B4-BE49-F238E27FC236}">
                <a16:creationId xmlns:a16="http://schemas.microsoft.com/office/drawing/2014/main" id="{2C1DAAD8-1412-0742-A1DF-A83B0017F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935" y="412601"/>
            <a:ext cx="703865" cy="703865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F471D1F0-F69C-138E-C9BC-5ACE36E0C2FB}"/>
              </a:ext>
            </a:extLst>
          </p:cNvPr>
          <p:cNvSpPr txBox="1"/>
          <p:nvPr/>
        </p:nvSpPr>
        <p:spPr>
          <a:xfrm>
            <a:off x="5451472" y="2950618"/>
            <a:ext cx="1252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2ª Configuração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3E22E96-A9ED-F124-5F90-CF8D7DB73061}"/>
              </a:ext>
            </a:extLst>
          </p:cNvPr>
          <p:cNvSpPr txBox="1"/>
          <p:nvPr/>
        </p:nvSpPr>
        <p:spPr>
          <a:xfrm>
            <a:off x="1480026" y="5154705"/>
            <a:ext cx="1226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1ª Configuração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97A57A8-9FBB-2359-10D9-F0A3B983AC66}"/>
              </a:ext>
            </a:extLst>
          </p:cNvPr>
          <p:cNvSpPr/>
          <p:nvPr/>
        </p:nvSpPr>
        <p:spPr>
          <a:xfrm>
            <a:off x="4284907" y="5140128"/>
            <a:ext cx="3571200" cy="1353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5" name="Gráfico 54">
            <a:extLst>
              <a:ext uri="{FF2B5EF4-FFF2-40B4-BE49-F238E27FC236}">
                <a16:creationId xmlns:a16="http://schemas.microsoft.com/office/drawing/2014/main" id="{739B9334-638F-E302-B493-D361CD02F8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22072"/>
          <a:stretch/>
        </p:blipFill>
        <p:spPr>
          <a:xfrm>
            <a:off x="4214073" y="5040904"/>
            <a:ext cx="663459" cy="517021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3B30AA67-5D9D-D96E-9068-9279B14A6A3D}"/>
              </a:ext>
            </a:extLst>
          </p:cNvPr>
          <p:cNvSpPr txBox="1"/>
          <p:nvPr/>
        </p:nvSpPr>
        <p:spPr>
          <a:xfrm>
            <a:off x="5471865" y="5134135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>
                <a:latin typeface="Montserrat" panose="00000500000000000000" pitchFamily="2" charset="0"/>
              </a:rPr>
              <a:t>Caixa Final</a:t>
            </a: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44A78F18-8F0B-191C-DCA5-A9A85CEDE0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6670" y="2950618"/>
            <a:ext cx="2509887" cy="1692502"/>
          </a:xfrm>
          <a:prstGeom prst="rect">
            <a:avLst/>
          </a:prstGeom>
        </p:spPr>
      </p:pic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1DEA782-EFAA-C3CA-6D92-D71F50FC3F7F}"/>
              </a:ext>
            </a:extLst>
          </p:cNvPr>
          <p:cNvSpPr/>
          <p:nvPr/>
        </p:nvSpPr>
        <p:spPr>
          <a:xfrm>
            <a:off x="8227606" y="4868534"/>
            <a:ext cx="3570742" cy="16449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BD080E3B-D214-9785-52B7-0D573023A4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3533" y="4989133"/>
            <a:ext cx="3441135" cy="1388131"/>
          </a:xfrm>
          <a:prstGeom prst="rect">
            <a:avLst/>
          </a:prstGeom>
        </p:spPr>
      </p:pic>
      <p:sp>
        <p:nvSpPr>
          <p:cNvPr id="63" name="Rectángulo redondeado 13">
            <a:extLst>
              <a:ext uri="{FF2B5EF4-FFF2-40B4-BE49-F238E27FC236}">
                <a16:creationId xmlns:a16="http://schemas.microsoft.com/office/drawing/2014/main" id="{85510AA6-B936-952E-ABE0-BE3175C9635B}"/>
              </a:ext>
            </a:extLst>
          </p:cNvPr>
          <p:cNvSpPr/>
          <p:nvPr/>
        </p:nvSpPr>
        <p:spPr>
          <a:xfrm>
            <a:off x="5019591" y="81698"/>
            <a:ext cx="2349863" cy="256037"/>
          </a:xfrm>
          <a:prstGeom prst="roundRect">
            <a:avLst/>
          </a:prstGeom>
          <a:solidFill>
            <a:srgbClr val="B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4" name="CuadroTexto 14">
            <a:extLst>
              <a:ext uri="{FF2B5EF4-FFF2-40B4-BE49-F238E27FC236}">
                <a16:creationId xmlns:a16="http://schemas.microsoft.com/office/drawing/2014/main" id="{5D82A38E-98F1-4BEA-B656-9149C6B2D0D2}"/>
              </a:ext>
            </a:extLst>
          </p:cNvPr>
          <p:cNvSpPr txBox="1"/>
          <p:nvPr/>
        </p:nvSpPr>
        <p:spPr>
          <a:xfrm>
            <a:off x="4871661" y="56941"/>
            <a:ext cx="7411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Montserrat"/>
                <a:ea typeface="Montserrat"/>
                <a:cs typeface="Montserrat"/>
              </a:rPr>
              <a:t>Loja: </a:t>
            </a: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Montserrat"/>
              <a:ea typeface="Montserrat"/>
              <a:cs typeface="Montserrat"/>
            </a:endParaRPr>
          </a:p>
        </p:txBody>
      </p:sp>
      <p:pic>
        <p:nvPicPr>
          <p:cNvPr id="65" name="Imagen 26">
            <a:extLst>
              <a:ext uri="{FF2B5EF4-FFF2-40B4-BE49-F238E27FC236}">
                <a16:creationId xmlns:a16="http://schemas.microsoft.com/office/drawing/2014/main" id="{0C9D5A30-3F56-8092-1027-EA9997725BD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6797" y="2804170"/>
            <a:ext cx="670205" cy="507147"/>
          </a:xfrm>
          <a:prstGeom prst="rect">
            <a:avLst/>
          </a:prstGeom>
        </p:spPr>
      </p:pic>
      <p:pic>
        <p:nvPicPr>
          <p:cNvPr id="66" name="Imagen 86">
            <a:extLst>
              <a:ext uri="{FF2B5EF4-FFF2-40B4-BE49-F238E27FC236}">
                <a16:creationId xmlns:a16="http://schemas.microsoft.com/office/drawing/2014/main" id="{E2D4D8A7-4B5B-425E-CFC2-5B9275624BB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0151" y="4698486"/>
            <a:ext cx="528685" cy="3974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F95799F-FB6A-1DF1-A2E2-40F474F1E88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10649"/>
          <a:stretch/>
        </p:blipFill>
        <p:spPr>
          <a:xfrm>
            <a:off x="4871660" y="5380356"/>
            <a:ext cx="2697539" cy="103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73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93a488-a560-4329-bfab-789f972cc689">
      <Terms xmlns="http://schemas.microsoft.com/office/infopath/2007/PartnerControls"/>
    </lcf76f155ced4ddcb4097134ff3c332f>
    <TaxCatchAll xmlns="061485cd-6a10-43ae-8201-df7afa7e8b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F64447EE8B7B4987E5C70992E159CB" ma:contentTypeVersion="16" ma:contentTypeDescription="Crie um novo documento." ma:contentTypeScope="" ma:versionID="b89119de75e0dc29a7b48131567c1448">
  <xsd:schema xmlns:xsd="http://www.w3.org/2001/XMLSchema" xmlns:xs="http://www.w3.org/2001/XMLSchema" xmlns:p="http://schemas.microsoft.com/office/2006/metadata/properties" xmlns:ns2="7193a488-a560-4329-bfab-789f972cc689" xmlns:ns3="061485cd-6a10-43ae-8201-df7afa7e8bd5" targetNamespace="http://schemas.microsoft.com/office/2006/metadata/properties" ma:root="true" ma:fieldsID="667eb2fb16b0eadd84b129918f2b7049" ns2:_="" ns3:_="">
    <xsd:import namespace="7193a488-a560-4329-bfab-789f972cc689"/>
    <xsd:import namespace="061485cd-6a10-43ae-8201-df7afa7e8b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93a488-a560-4329-bfab-789f972cc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4e9e73d8-5e95-4c28-afa1-90bb81f962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485cd-6a10-43ae-8201-df7afa7e8bd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f781e6b5-03fd-44f1-b0d7-33c415e4a0e7}" ma:internalName="TaxCatchAll" ma:showField="CatchAllData" ma:web="061485cd-6a10-43ae-8201-df7afa7e8b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15831D-9FAA-4B78-A14C-EEC53D4EC9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EFCE7B-2F9E-4768-8A37-EE27E07248CC}">
  <ds:schemaRefs>
    <ds:schemaRef ds:uri="http://schemas.microsoft.com/office/2006/metadata/properties"/>
    <ds:schemaRef ds:uri="http://schemas.microsoft.com/office/infopath/2007/PartnerControls"/>
    <ds:schemaRef ds:uri="7193a488-a560-4329-bfab-789f972cc689"/>
    <ds:schemaRef ds:uri="061485cd-6a10-43ae-8201-df7afa7e8bd5"/>
  </ds:schemaRefs>
</ds:datastoreItem>
</file>

<file path=customXml/itemProps3.xml><?xml version="1.0" encoding="utf-8"?>
<ds:datastoreItem xmlns:ds="http://schemas.openxmlformats.org/officeDocument/2006/customXml" ds:itemID="{4AA4FADD-4392-4DFA-BF17-5F83E809ED42}"/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15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Wanderley, Gabriel Junior Izidro</dc:creator>
  <cp:lastModifiedBy>Wanderley, Gabriel Junior Izidro</cp:lastModifiedBy>
  <cp:revision>2</cp:revision>
  <dcterms:created xsi:type="dcterms:W3CDTF">2025-04-28T21:14:56Z</dcterms:created>
  <dcterms:modified xsi:type="dcterms:W3CDTF">2026-03-04T14:10:02Z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0x010100EEF64447EE8B7B4987E5C70992E159CB</vt:lpwstr>
  </property>
  <property fmtid="{D5CDD505-2E9C-101B-9397-08002B2CF9AE}" pid="3" name="MediaServiceImageTags">
    <vt:lpwstr/>
  </property>
</Properties>
</file>